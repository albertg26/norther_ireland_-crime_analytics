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73AEA3-3B03-4123-AC9A-8CAC30A21DAD}" v="15" dt="2023-04-15T00:10:44.0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 Gomes" userId="3ce82ad19fdf4e26" providerId="LiveId" clId="{7773AEA3-3B03-4123-AC9A-8CAC30A21DAD}"/>
    <pc:docChg chg="undo custSel addSld delSld modSld sldOrd">
      <pc:chgData name="Albert Gomes" userId="3ce82ad19fdf4e26" providerId="LiveId" clId="{7773AEA3-3B03-4123-AC9A-8CAC30A21DAD}" dt="2023-04-15T09:34:55.677" v="1732" actId="26606"/>
      <pc:docMkLst>
        <pc:docMk/>
      </pc:docMkLst>
      <pc:sldChg chg="del">
        <pc:chgData name="Albert Gomes" userId="3ce82ad19fdf4e26" providerId="LiveId" clId="{7773AEA3-3B03-4123-AC9A-8CAC30A21DAD}" dt="2023-04-15T09:26:16.572" v="1706" actId="47"/>
        <pc:sldMkLst>
          <pc:docMk/>
          <pc:sldMk cId="2353049363" sldId="256"/>
        </pc:sldMkLst>
      </pc:sldChg>
      <pc:sldChg chg="addSp delSp modSp new mod ord setBg">
        <pc:chgData name="Albert Gomes" userId="3ce82ad19fdf4e26" providerId="LiveId" clId="{7773AEA3-3B03-4123-AC9A-8CAC30A21DAD}" dt="2023-04-14T13:53:33.317" v="876" actId="27636"/>
        <pc:sldMkLst>
          <pc:docMk/>
          <pc:sldMk cId="205518372" sldId="258"/>
        </pc:sldMkLst>
        <pc:spChg chg="mod">
          <ac:chgData name="Albert Gomes" userId="3ce82ad19fdf4e26" providerId="LiveId" clId="{7773AEA3-3B03-4123-AC9A-8CAC30A21DAD}" dt="2023-04-14T13:51:49.626" v="870" actId="113"/>
          <ac:spMkLst>
            <pc:docMk/>
            <pc:sldMk cId="205518372" sldId="258"/>
            <ac:spMk id="2" creationId="{74C53AAA-1E7E-3E25-E872-1EA832112CD6}"/>
          </ac:spMkLst>
        </pc:spChg>
        <pc:spChg chg="mod">
          <ac:chgData name="Albert Gomes" userId="3ce82ad19fdf4e26" providerId="LiveId" clId="{7773AEA3-3B03-4123-AC9A-8CAC30A21DAD}" dt="2023-04-14T13:53:33.317" v="876" actId="27636"/>
          <ac:spMkLst>
            <pc:docMk/>
            <pc:sldMk cId="205518372" sldId="258"/>
            <ac:spMk id="3" creationId="{D6D96432-186C-5CD0-E2DE-0AE51C8A8147}"/>
          </ac:spMkLst>
        </pc:spChg>
        <pc:spChg chg="mod">
          <ac:chgData name="Albert Gomes" userId="3ce82ad19fdf4e26" providerId="LiveId" clId="{7773AEA3-3B03-4123-AC9A-8CAC30A21DAD}" dt="2023-04-14T13:53:33.317" v="875" actId="27636"/>
          <ac:spMkLst>
            <pc:docMk/>
            <pc:sldMk cId="205518372" sldId="258"/>
            <ac:spMk id="4" creationId="{C9ADECC4-A094-056C-AEF0-15E1F58004A2}"/>
          </ac:spMkLst>
        </pc:spChg>
        <pc:spChg chg="add mod">
          <ac:chgData name="Albert Gomes" userId="3ce82ad19fdf4e26" providerId="LiveId" clId="{7773AEA3-3B03-4123-AC9A-8CAC30A21DAD}" dt="2023-04-14T13:51:35.026" v="868" actId="207"/>
          <ac:spMkLst>
            <pc:docMk/>
            <pc:sldMk cId="205518372" sldId="258"/>
            <ac:spMk id="6" creationId="{6D2770E1-EB7D-24FB-97CD-F599FC9E239E}"/>
          </ac:spMkLst>
        </pc:spChg>
        <pc:spChg chg="add">
          <ac:chgData name="Albert Gomes" userId="3ce82ad19fdf4e26" providerId="LiveId" clId="{7773AEA3-3B03-4123-AC9A-8CAC30A21DAD}" dt="2023-04-14T13:50:50.393" v="863" actId="26606"/>
          <ac:spMkLst>
            <pc:docMk/>
            <pc:sldMk cId="205518372" sldId="258"/>
            <ac:spMk id="11" creationId="{7301F447-EEF7-48F5-AF73-7566EE7F64AD}"/>
          </ac:spMkLst>
        </pc:spChg>
        <pc:spChg chg="add">
          <ac:chgData name="Albert Gomes" userId="3ce82ad19fdf4e26" providerId="LiveId" clId="{7773AEA3-3B03-4123-AC9A-8CAC30A21DAD}" dt="2023-04-14T13:50:50.393" v="863" actId="26606"/>
          <ac:spMkLst>
            <pc:docMk/>
            <pc:sldMk cId="205518372" sldId="258"/>
            <ac:spMk id="13" creationId="{F7117410-A2A4-4085-9ADC-46744551DBDE}"/>
          </ac:spMkLst>
        </pc:spChg>
        <pc:spChg chg="add">
          <ac:chgData name="Albert Gomes" userId="3ce82ad19fdf4e26" providerId="LiveId" clId="{7773AEA3-3B03-4123-AC9A-8CAC30A21DAD}" dt="2023-04-14T13:50:50.393" v="863" actId="26606"/>
          <ac:spMkLst>
            <pc:docMk/>
            <pc:sldMk cId="205518372" sldId="258"/>
            <ac:spMk id="15" creationId="{99F74EB5-E547-4FB4-95F5-BCC788F3C4A0}"/>
          </ac:spMkLst>
        </pc:spChg>
        <pc:picChg chg="add del mod">
          <ac:chgData name="Albert Gomes" userId="3ce82ad19fdf4e26" providerId="LiveId" clId="{7773AEA3-3B03-4123-AC9A-8CAC30A21DAD}" dt="2023-04-14T13:19:19.893" v="45" actId="478"/>
          <ac:picMkLst>
            <pc:docMk/>
            <pc:sldMk cId="205518372" sldId="258"/>
            <ac:picMk id="5" creationId="{72B7BBDE-3B24-0685-ED24-023A385CB749}"/>
          </ac:picMkLst>
        </pc:picChg>
      </pc:sldChg>
      <pc:sldChg chg="modSp new del mod">
        <pc:chgData name="Albert Gomes" userId="3ce82ad19fdf4e26" providerId="LiveId" clId="{7773AEA3-3B03-4123-AC9A-8CAC30A21DAD}" dt="2023-04-14T13:17:43.538" v="29" actId="47"/>
        <pc:sldMkLst>
          <pc:docMk/>
          <pc:sldMk cId="1274795711" sldId="258"/>
        </pc:sldMkLst>
        <pc:spChg chg="mod">
          <ac:chgData name="Albert Gomes" userId="3ce82ad19fdf4e26" providerId="LiveId" clId="{7773AEA3-3B03-4123-AC9A-8CAC30A21DAD}" dt="2023-04-14T13:17:04.569" v="7" actId="20577"/>
          <ac:spMkLst>
            <pc:docMk/>
            <pc:sldMk cId="1274795711" sldId="258"/>
            <ac:spMk id="2" creationId="{BF30BC69-ECEA-23DD-D837-3EC39AF432E4}"/>
          </ac:spMkLst>
        </pc:spChg>
        <pc:spChg chg="mod">
          <ac:chgData name="Albert Gomes" userId="3ce82ad19fdf4e26" providerId="LiveId" clId="{7773AEA3-3B03-4123-AC9A-8CAC30A21DAD}" dt="2023-04-14T13:17:29.086" v="28" actId="20577"/>
          <ac:spMkLst>
            <pc:docMk/>
            <pc:sldMk cId="1274795711" sldId="258"/>
            <ac:spMk id="3" creationId="{02E29015-052B-0B32-DA4D-BEA373EF186D}"/>
          </ac:spMkLst>
        </pc:spChg>
      </pc:sldChg>
      <pc:sldChg chg="addSp delSp modSp new mod ord setBg">
        <pc:chgData name="Albert Gomes" userId="3ce82ad19fdf4e26" providerId="LiveId" clId="{7773AEA3-3B03-4123-AC9A-8CAC30A21DAD}" dt="2023-04-14T23:40:13.047" v="988"/>
        <pc:sldMkLst>
          <pc:docMk/>
          <pc:sldMk cId="1606059798" sldId="259"/>
        </pc:sldMkLst>
        <pc:spChg chg="mod">
          <ac:chgData name="Albert Gomes" userId="3ce82ad19fdf4e26" providerId="LiveId" clId="{7773AEA3-3B03-4123-AC9A-8CAC30A21DAD}" dt="2023-04-14T23:39:36.526" v="984" actId="26606"/>
          <ac:spMkLst>
            <pc:docMk/>
            <pc:sldMk cId="1606059798" sldId="259"/>
            <ac:spMk id="2" creationId="{C44A21F3-B248-BA4B-A0E1-40F9B5367AA4}"/>
          </ac:spMkLst>
        </pc:spChg>
        <pc:spChg chg="del">
          <ac:chgData name="Albert Gomes" userId="3ce82ad19fdf4e26" providerId="LiveId" clId="{7773AEA3-3B03-4123-AC9A-8CAC30A21DAD}" dt="2023-04-14T23:34:44.195" v="878" actId="931"/>
          <ac:spMkLst>
            <pc:docMk/>
            <pc:sldMk cId="1606059798" sldId="259"/>
            <ac:spMk id="3" creationId="{2E0067F1-6207-92C5-A8F4-26EE2CB088FF}"/>
          </ac:spMkLst>
        </pc:spChg>
        <pc:spChg chg="mod ord">
          <ac:chgData name="Albert Gomes" userId="3ce82ad19fdf4e26" providerId="LiveId" clId="{7773AEA3-3B03-4123-AC9A-8CAC30A21DAD}" dt="2023-04-14T23:40:04.266" v="986" actId="20577"/>
          <ac:spMkLst>
            <pc:docMk/>
            <pc:sldMk cId="1606059798" sldId="259"/>
            <ac:spMk id="4" creationId="{3185BDD8-3F8B-968D-82B1-15A1F1ADE629}"/>
          </ac:spMkLst>
        </pc:spChg>
        <pc:spChg chg="add del mod">
          <ac:chgData name="Albert Gomes" userId="3ce82ad19fdf4e26" providerId="LiveId" clId="{7773AEA3-3B03-4123-AC9A-8CAC30A21DAD}" dt="2023-04-14T23:36:06.805" v="912" actId="931"/>
          <ac:spMkLst>
            <pc:docMk/>
            <pc:sldMk cId="1606059798" sldId="259"/>
            <ac:spMk id="8" creationId="{0B5034D4-A3DC-F638-7CDC-AF141546F92F}"/>
          </ac:spMkLst>
        </pc:spChg>
        <pc:spChg chg="add">
          <ac:chgData name="Albert Gomes" userId="3ce82ad19fdf4e26" providerId="LiveId" clId="{7773AEA3-3B03-4123-AC9A-8CAC30A21DAD}" dt="2023-04-14T23:39:36.526" v="984" actId="26606"/>
          <ac:spMkLst>
            <pc:docMk/>
            <pc:sldMk cId="1606059798" sldId="259"/>
            <ac:spMk id="15" creationId="{A8908DB7-C3A6-4FCB-9820-CEE02B398C4A}"/>
          </ac:spMkLst>
        </pc:spChg>
        <pc:spChg chg="add">
          <ac:chgData name="Albert Gomes" userId="3ce82ad19fdf4e26" providerId="LiveId" clId="{7773AEA3-3B03-4123-AC9A-8CAC30A21DAD}" dt="2023-04-14T23:39:36.526" v="984" actId="26606"/>
          <ac:spMkLst>
            <pc:docMk/>
            <pc:sldMk cId="1606059798" sldId="259"/>
            <ac:spMk id="17" creationId="{535742DD-1B16-4E9D-B715-0D74B4574A68}"/>
          </ac:spMkLst>
        </pc:spChg>
        <pc:picChg chg="add del mod">
          <ac:chgData name="Albert Gomes" userId="3ce82ad19fdf4e26" providerId="LiveId" clId="{7773AEA3-3B03-4123-AC9A-8CAC30A21DAD}" dt="2023-04-14T23:36:01.323" v="911" actId="478"/>
          <ac:picMkLst>
            <pc:docMk/>
            <pc:sldMk cId="1606059798" sldId="259"/>
            <ac:picMk id="6" creationId="{8A0D18F7-3FA6-2305-D492-59EED06DD8B5}"/>
          </ac:picMkLst>
        </pc:picChg>
        <pc:picChg chg="add mod">
          <ac:chgData name="Albert Gomes" userId="3ce82ad19fdf4e26" providerId="LiveId" clId="{7773AEA3-3B03-4123-AC9A-8CAC30A21DAD}" dt="2023-04-14T23:39:36.526" v="984" actId="26606"/>
          <ac:picMkLst>
            <pc:docMk/>
            <pc:sldMk cId="1606059798" sldId="259"/>
            <ac:picMk id="10" creationId="{687CD384-B206-4D53-CE26-E4825F830D96}"/>
          </ac:picMkLst>
        </pc:picChg>
      </pc:sldChg>
      <pc:sldChg chg="addSp delSp modSp new mod ord setBg">
        <pc:chgData name="Albert Gomes" userId="3ce82ad19fdf4e26" providerId="LiveId" clId="{7773AEA3-3B03-4123-AC9A-8CAC30A21DAD}" dt="2023-04-14T23:46:34.347" v="1165"/>
        <pc:sldMkLst>
          <pc:docMk/>
          <pc:sldMk cId="257134491" sldId="260"/>
        </pc:sldMkLst>
        <pc:spChg chg="mod">
          <ac:chgData name="Albert Gomes" userId="3ce82ad19fdf4e26" providerId="LiveId" clId="{7773AEA3-3B03-4123-AC9A-8CAC30A21DAD}" dt="2023-04-14T23:46:22.364" v="1163" actId="26606"/>
          <ac:spMkLst>
            <pc:docMk/>
            <pc:sldMk cId="257134491" sldId="260"/>
            <ac:spMk id="2" creationId="{E1A93526-BDB8-0FF7-8D5D-253AF05D1A99}"/>
          </ac:spMkLst>
        </pc:spChg>
        <pc:spChg chg="del">
          <ac:chgData name="Albert Gomes" userId="3ce82ad19fdf4e26" providerId="LiveId" clId="{7773AEA3-3B03-4123-AC9A-8CAC30A21DAD}" dt="2023-04-14T23:41:30.690" v="1010" actId="931"/>
          <ac:spMkLst>
            <pc:docMk/>
            <pc:sldMk cId="257134491" sldId="260"/>
            <ac:spMk id="3" creationId="{2D5C30B1-71B4-6E38-32DA-7D8942D012F5}"/>
          </ac:spMkLst>
        </pc:spChg>
        <pc:spChg chg="mod">
          <ac:chgData name="Albert Gomes" userId="3ce82ad19fdf4e26" providerId="LiveId" clId="{7773AEA3-3B03-4123-AC9A-8CAC30A21DAD}" dt="2023-04-14T23:46:22.364" v="1163" actId="26606"/>
          <ac:spMkLst>
            <pc:docMk/>
            <pc:sldMk cId="257134491" sldId="260"/>
            <ac:spMk id="4" creationId="{0163B722-AB52-3B48-C16F-1AFD55CA7BDB}"/>
          </ac:spMkLst>
        </pc:spChg>
        <pc:spChg chg="add del">
          <ac:chgData name="Albert Gomes" userId="3ce82ad19fdf4e26" providerId="LiveId" clId="{7773AEA3-3B03-4123-AC9A-8CAC30A21DAD}" dt="2023-04-14T23:46:22.364" v="1162" actId="26606"/>
          <ac:spMkLst>
            <pc:docMk/>
            <pc:sldMk cId="257134491" sldId="260"/>
            <ac:spMk id="11" creationId="{0D7B6173-1D58-48E2-83CF-37350F315F75}"/>
          </ac:spMkLst>
        </pc:spChg>
        <pc:spChg chg="add del">
          <ac:chgData name="Albert Gomes" userId="3ce82ad19fdf4e26" providerId="LiveId" clId="{7773AEA3-3B03-4123-AC9A-8CAC30A21DAD}" dt="2023-04-14T23:46:22.364" v="1162" actId="26606"/>
          <ac:spMkLst>
            <pc:docMk/>
            <pc:sldMk cId="257134491" sldId="260"/>
            <ac:spMk id="13" creationId="{02EBFA83-D4DB-4CA0-B229-9E44634D7FE9}"/>
          </ac:spMkLst>
        </pc:spChg>
        <pc:spChg chg="add del">
          <ac:chgData name="Albert Gomes" userId="3ce82ad19fdf4e26" providerId="LiveId" clId="{7773AEA3-3B03-4123-AC9A-8CAC30A21DAD}" dt="2023-04-14T23:46:22.364" v="1162" actId="26606"/>
          <ac:spMkLst>
            <pc:docMk/>
            <pc:sldMk cId="257134491" sldId="260"/>
            <ac:spMk id="17" creationId="{21BDEC81-16A7-4451-B893-C15000083B77}"/>
          </ac:spMkLst>
        </pc:spChg>
        <pc:spChg chg="add del">
          <ac:chgData name="Albert Gomes" userId="3ce82ad19fdf4e26" providerId="LiveId" clId="{7773AEA3-3B03-4123-AC9A-8CAC30A21DAD}" dt="2023-04-14T23:46:22.364" v="1162" actId="26606"/>
          <ac:spMkLst>
            <pc:docMk/>
            <pc:sldMk cId="257134491" sldId="260"/>
            <ac:spMk id="19" creationId="{26A515A1-4D80-430E-BE0A-71A290516A82}"/>
          </ac:spMkLst>
        </pc:spChg>
        <pc:spChg chg="add">
          <ac:chgData name="Albert Gomes" userId="3ce82ad19fdf4e26" providerId="LiveId" clId="{7773AEA3-3B03-4123-AC9A-8CAC30A21DAD}" dt="2023-04-14T23:46:22.364" v="1163" actId="26606"/>
          <ac:spMkLst>
            <pc:docMk/>
            <pc:sldMk cId="257134491" sldId="260"/>
            <ac:spMk id="21" creationId="{131BAD53-4E89-4F62-BBB7-26359763ED39}"/>
          </ac:spMkLst>
        </pc:spChg>
        <pc:spChg chg="add">
          <ac:chgData name="Albert Gomes" userId="3ce82ad19fdf4e26" providerId="LiveId" clId="{7773AEA3-3B03-4123-AC9A-8CAC30A21DAD}" dt="2023-04-14T23:46:22.364" v="1163" actId="26606"/>
          <ac:spMkLst>
            <pc:docMk/>
            <pc:sldMk cId="257134491" sldId="260"/>
            <ac:spMk id="22" creationId="{62756DA2-40EB-4C6F-B962-5822FFB54FB6}"/>
          </ac:spMkLst>
        </pc:spChg>
        <pc:picChg chg="add mod ord">
          <ac:chgData name="Albert Gomes" userId="3ce82ad19fdf4e26" providerId="LiveId" clId="{7773AEA3-3B03-4123-AC9A-8CAC30A21DAD}" dt="2023-04-14T23:46:22.364" v="1163" actId="26606"/>
          <ac:picMkLst>
            <pc:docMk/>
            <pc:sldMk cId="257134491" sldId="260"/>
            <ac:picMk id="6" creationId="{EBE98B08-217C-BC1C-DCF1-135BB289F971}"/>
          </ac:picMkLst>
        </pc:picChg>
        <pc:picChg chg="add del">
          <ac:chgData name="Albert Gomes" userId="3ce82ad19fdf4e26" providerId="LiveId" clId="{7773AEA3-3B03-4123-AC9A-8CAC30A21DAD}" dt="2023-04-14T23:46:22.364" v="1162" actId="26606"/>
          <ac:picMkLst>
            <pc:docMk/>
            <pc:sldMk cId="257134491" sldId="260"/>
            <ac:picMk id="15" creationId="{B0DAC8FB-A162-44E3-A606-C855A03A5B09}"/>
          </ac:picMkLst>
        </pc:picChg>
      </pc:sldChg>
      <pc:sldChg chg="addSp delSp modSp new mod ord setBg">
        <pc:chgData name="Albert Gomes" userId="3ce82ad19fdf4e26" providerId="LiveId" clId="{7773AEA3-3B03-4123-AC9A-8CAC30A21DAD}" dt="2023-04-14T23:52:57.391" v="1311"/>
        <pc:sldMkLst>
          <pc:docMk/>
          <pc:sldMk cId="2449632304" sldId="261"/>
        </pc:sldMkLst>
        <pc:spChg chg="mod">
          <ac:chgData name="Albert Gomes" userId="3ce82ad19fdf4e26" providerId="LiveId" clId="{7773AEA3-3B03-4123-AC9A-8CAC30A21DAD}" dt="2023-04-14T23:52:53.231" v="1309" actId="26606"/>
          <ac:spMkLst>
            <pc:docMk/>
            <pc:sldMk cId="2449632304" sldId="261"/>
            <ac:spMk id="2" creationId="{1B61F710-684F-3329-C184-74A8FE67F729}"/>
          </ac:spMkLst>
        </pc:spChg>
        <pc:spChg chg="del">
          <ac:chgData name="Albert Gomes" userId="3ce82ad19fdf4e26" providerId="LiveId" clId="{7773AEA3-3B03-4123-AC9A-8CAC30A21DAD}" dt="2023-04-14T23:47:11.863" v="1167" actId="931"/>
          <ac:spMkLst>
            <pc:docMk/>
            <pc:sldMk cId="2449632304" sldId="261"/>
            <ac:spMk id="3" creationId="{9AE26A99-C503-1E11-7B2B-5FC5892CF665}"/>
          </ac:spMkLst>
        </pc:spChg>
        <pc:spChg chg="mod">
          <ac:chgData name="Albert Gomes" userId="3ce82ad19fdf4e26" providerId="LiveId" clId="{7773AEA3-3B03-4123-AC9A-8CAC30A21DAD}" dt="2023-04-14T23:52:53.231" v="1309" actId="26606"/>
          <ac:spMkLst>
            <pc:docMk/>
            <pc:sldMk cId="2449632304" sldId="261"/>
            <ac:spMk id="4" creationId="{0D01C81B-F359-F5B7-7690-81E23ACF89DA}"/>
          </ac:spMkLst>
        </pc:spChg>
        <pc:spChg chg="add">
          <ac:chgData name="Albert Gomes" userId="3ce82ad19fdf4e26" providerId="LiveId" clId="{7773AEA3-3B03-4123-AC9A-8CAC30A21DAD}" dt="2023-04-14T23:52:53.231" v="1309" actId="26606"/>
          <ac:spMkLst>
            <pc:docMk/>
            <pc:sldMk cId="2449632304" sldId="261"/>
            <ac:spMk id="8" creationId="{A8908DB7-C3A6-4FCB-9820-CEE02B398C4A}"/>
          </ac:spMkLst>
        </pc:spChg>
        <pc:spChg chg="add">
          <ac:chgData name="Albert Gomes" userId="3ce82ad19fdf4e26" providerId="LiveId" clId="{7773AEA3-3B03-4123-AC9A-8CAC30A21DAD}" dt="2023-04-14T23:52:53.231" v="1309" actId="26606"/>
          <ac:spMkLst>
            <pc:docMk/>
            <pc:sldMk cId="2449632304" sldId="261"/>
            <ac:spMk id="9" creationId="{535742DD-1B16-4E9D-B715-0D74B4574A68}"/>
          </ac:spMkLst>
        </pc:spChg>
        <pc:spChg chg="add del">
          <ac:chgData name="Albert Gomes" userId="3ce82ad19fdf4e26" providerId="LiveId" clId="{7773AEA3-3B03-4123-AC9A-8CAC30A21DAD}" dt="2023-04-14T23:52:31.092" v="1306" actId="26606"/>
          <ac:spMkLst>
            <pc:docMk/>
            <pc:sldMk cId="2449632304" sldId="261"/>
            <ac:spMk id="11" creationId="{A8908DB7-C3A6-4FCB-9820-CEE02B398C4A}"/>
          </ac:spMkLst>
        </pc:spChg>
        <pc:spChg chg="add del">
          <ac:chgData name="Albert Gomes" userId="3ce82ad19fdf4e26" providerId="LiveId" clId="{7773AEA3-3B03-4123-AC9A-8CAC30A21DAD}" dt="2023-04-14T23:52:31.092" v="1306" actId="26606"/>
          <ac:spMkLst>
            <pc:docMk/>
            <pc:sldMk cId="2449632304" sldId="261"/>
            <ac:spMk id="13" creationId="{535742DD-1B16-4E9D-B715-0D74B4574A68}"/>
          </ac:spMkLst>
        </pc:spChg>
        <pc:spChg chg="add del">
          <ac:chgData name="Albert Gomes" userId="3ce82ad19fdf4e26" providerId="LiveId" clId="{7773AEA3-3B03-4123-AC9A-8CAC30A21DAD}" dt="2023-04-14T23:52:43.380" v="1308" actId="26606"/>
          <ac:spMkLst>
            <pc:docMk/>
            <pc:sldMk cId="2449632304" sldId="261"/>
            <ac:spMk id="15" creationId="{131BAD53-4E89-4F62-BBB7-26359763ED39}"/>
          </ac:spMkLst>
        </pc:spChg>
        <pc:spChg chg="add del">
          <ac:chgData name="Albert Gomes" userId="3ce82ad19fdf4e26" providerId="LiveId" clId="{7773AEA3-3B03-4123-AC9A-8CAC30A21DAD}" dt="2023-04-14T23:52:43.380" v="1308" actId="26606"/>
          <ac:spMkLst>
            <pc:docMk/>
            <pc:sldMk cId="2449632304" sldId="261"/>
            <ac:spMk id="16" creationId="{62756DA2-40EB-4C6F-B962-5822FFB54FB6}"/>
          </ac:spMkLst>
        </pc:spChg>
        <pc:picChg chg="add mod ord">
          <ac:chgData name="Albert Gomes" userId="3ce82ad19fdf4e26" providerId="LiveId" clId="{7773AEA3-3B03-4123-AC9A-8CAC30A21DAD}" dt="2023-04-14T23:52:53.231" v="1309" actId="26606"/>
          <ac:picMkLst>
            <pc:docMk/>
            <pc:sldMk cId="2449632304" sldId="261"/>
            <ac:picMk id="6" creationId="{45E4725F-F969-E9D1-8F6B-A645377AC545}"/>
          </ac:picMkLst>
        </pc:picChg>
      </pc:sldChg>
      <pc:sldChg chg="addSp delSp modSp new mod ord setBg">
        <pc:chgData name="Albert Gomes" userId="3ce82ad19fdf4e26" providerId="LiveId" clId="{7773AEA3-3B03-4123-AC9A-8CAC30A21DAD}" dt="2023-04-15T00:00:36.989" v="1436"/>
        <pc:sldMkLst>
          <pc:docMk/>
          <pc:sldMk cId="2554334720" sldId="262"/>
        </pc:sldMkLst>
        <pc:spChg chg="mod">
          <ac:chgData name="Albert Gomes" userId="3ce82ad19fdf4e26" providerId="LiveId" clId="{7773AEA3-3B03-4123-AC9A-8CAC30A21DAD}" dt="2023-04-15T00:00:27.931" v="1434" actId="26606"/>
          <ac:spMkLst>
            <pc:docMk/>
            <pc:sldMk cId="2554334720" sldId="262"/>
            <ac:spMk id="2" creationId="{BB1D5960-9027-BFFB-534F-61A4987AB029}"/>
          </ac:spMkLst>
        </pc:spChg>
        <pc:spChg chg="del">
          <ac:chgData name="Albert Gomes" userId="3ce82ad19fdf4e26" providerId="LiveId" clId="{7773AEA3-3B03-4123-AC9A-8CAC30A21DAD}" dt="2023-04-14T23:57:11.310" v="1313" actId="931"/>
          <ac:spMkLst>
            <pc:docMk/>
            <pc:sldMk cId="2554334720" sldId="262"/>
            <ac:spMk id="3" creationId="{BF9A9D4E-7B4C-FA49-B73A-76A4076746F9}"/>
          </ac:spMkLst>
        </pc:spChg>
        <pc:spChg chg="mod">
          <ac:chgData name="Albert Gomes" userId="3ce82ad19fdf4e26" providerId="LiveId" clId="{7773AEA3-3B03-4123-AC9A-8CAC30A21DAD}" dt="2023-04-15T00:00:27.931" v="1434" actId="26606"/>
          <ac:spMkLst>
            <pc:docMk/>
            <pc:sldMk cId="2554334720" sldId="262"/>
            <ac:spMk id="4" creationId="{5B423040-875C-FED0-7F06-D5B34D5E16A0}"/>
          </ac:spMkLst>
        </pc:spChg>
        <pc:spChg chg="add del">
          <ac:chgData name="Albert Gomes" userId="3ce82ad19fdf4e26" providerId="LiveId" clId="{7773AEA3-3B03-4123-AC9A-8CAC30A21DAD}" dt="2023-04-14T23:59:59.570" v="1427" actId="26606"/>
          <ac:spMkLst>
            <pc:docMk/>
            <pc:sldMk cId="2554334720" sldId="262"/>
            <ac:spMk id="11" creationId="{0E3596DD-156A-473E-9BB3-C6A29F7574E9}"/>
          </ac:spMkLst>
        </pc:spChg>
        <pc:spChg chg="add del">
          <ac:chgData name="Albert Gomes" userId="3ce82ad19fdf4e26" providerId="LiveId" clId="{7773AEA3-3B03-4123-AC9A-8CAC30A21DAD}" dt="2023-04-14T23:59:59.570" v="1427" actId="26606"/>
          <ac:spMkLst>
            <pc:docMk/>
            <pc:sldMk cId="2554334720" sldId="262"/>
            <ac:spMk id="13" creationId="{2C46C4D6-C474-4E92-B52E-944C1118F7B6}"/>
          </ac:spMkLst>
        </pc:spChg>
        <pc:spChg chg="add del">
          <ac:chgData name="Albert Gomes" userId="3ce82ad19fdf4e26" providerId="LiveId" clId="{7773AEA3-3B03-4123-AC9A-8CAC30A21DAD}" dt="2023-04-15T00:00:05.193" v="1429" actId="26606"/>
          <ac:spMkLst>
            <pc:docMk/>
            <pc:sldMk cId="2554334720" sldId="262"/>
            <ac:spMk id="16" creationId="{201CC55D-ED54-4C5C-95E6-10947BD1103B}"/>
          </ac:spMkLst>
        </pc:spChg>
        <pc:spChg chg="add del">
          <ac:chgData name="Albert Gomes" userId="3ce82ad19fdf4e26" providerId="LiveId" clId="{7773AEA3-3B03-4123-AC9A-8CAC30A21DAD}" dt="2023-04-15T00:00:05.193" v="1429" actId="26606"/>
          <ac:spMkLst>
            <pc:docMk/>
            <pc:sldMk cId="2554334720" sldId="262"/>
            <ac:spMk id="17" creationId="{3873B707-463F-40B0-8227-E8CC6C67EB25}"/>
          </ac:spMkLst>
        </pc:spChg>
        <pc:spChg chg="add del">
          <ac:chgData name="Albert Gomes" userId="3ce82ad19fdf4e26" providerId="LiveId" clId="{7773AEA3-3B03-4123-AC9A-8CAC30A21DAD}" dt="2023-04-15T00:00:05.193" v="1429" actId="26606"/>
          <ac:spMkLst>
            <pc:docMk/>
            <pc:sldMk cId="2554334720" sldId="262"/>
            <ac:spMk id="19" creationId="{C13237C8-E62C-4F0D-A318-BD6FB6C2D138}"/>
          </ac:spMkLst>
        </pc:spChg>
        <pc:spChg chg="add del">
          <ac:chgData name="Albert Gomes" userId="3ce82ad19fdf4e26" providerId="LiveId" clId="{7773AEA3-3B03-4123-AC9A-8CAC30A21DAD}" dt="2023-04-15T00:00:05.193" v="1429" actId="26606"/>
          <ac:spMkLst>
            <pc:docMk/>
            <pc:sldMk cId="2554334720" sldId="262"/>
            <ac:spMk id="21" creationId="{19C9EAEA-39D0-4B0E-A0EB-51E7B26740B1}"/>
          </ac:spMkLst>
        </pc:spChg>
        <pc:spChg chg="add del">
          <ac:chgData name="Albert Gomes" userId="3ce82ad19fdf4e26" providerId="LiveId" clId="{7773AEA3-3B03-4123-AC9A-8CAC30A21DAD}" dt="2023-04-15T00:00:22.874" v="1431" actId="26606"/>
          <ac:spMkLst>
            <pc:docMk/>
            <pc:sldMk cId="2554334720" sldId="262"/>
            <ac:spMk id="23" creationId="{0288C6B4-AFC3-407F-A595-EFFD38D4CCAF}"/>
          </ac:spMkLst>
        </pc:spChg>
        <pc:spChg chg="add del">
          <ac:chgData name="Albert Gomes" userId="3ce82ad19fdf4e26" providerId="LiveId" clId="{7773AEA3-3B03-4123-AC9A-8CAC30A21DAD}" dt="2023-04-15T00:00:22.874" v="1431" actId="26606"/>
          <ac:spMkLst>
            <pc:docMk/>
            <pc:sldMk cId="2554334720" sldId="262"/>
            <ac:spMk id="24" creationId="{CF236821-17FE-429B-8D2C-08E13A64EA40}"/>
          </ac:spMkLst>
        </pc:spChg>
        <pc:spChg chg="add del">
          <ac:chgData name="Albert Gomes" userId="3ce82ad19fdf4e26" providerId="LiveId" clId="{7773AEA3-3B03-4123-AC9A-8CAC30A21DAD}" dt="2023-04-15T00:00:22.874" v="1431" actId="26606"/>
          <ac:spMkLst>
            <pc:docMk/>
            <pc:sldMk cId="2554334720" sldId="262"/>
            <ac:spMk id="25" creationId="{C0BDBCD2-E081-43AB-9119-C55465E59757}"/>
          </ac:spMkLst>
        </pc:spChg>
        <pc:spChg chg="add del">
          <ac:chgData name="Albert Gomes" userId="3ce82ad19fdf4e26" providerId="LiveId" clId="{7773AEA3-3B03-4123-AC9A-8CAC30A21DAD}" dt="2023-04-15T00:00:22.874" v="1431" actId="26606"/>
          <ac:spMkLst>
            <pc:docMk/>
            <pc:sldMk cId="2554334720" sldId="262"/>
            <ac:spMk id="26" creationId="{98E79BE4-34FE-485A-98A5-92CE8F7C4743}"/>
          </ac:spMkLst>
        </pc:spChg>
        <pc:spChg chg="add del">
          <ac:chgData name="Albert Gomes" userId="3ce82ad19fdf4e26" providerId="LiveId" clId="{7773AEA3-3B03-4123-AC9A-8CAC30A21DAD}" dt="2023-04-15T00:00:22.874" v="1431" actId="26606"/>
          <ac:spMkLst>
            <pc:docMk/>
            <pc:sldMk cId="2554334720" sldId="262"/>
            <ac:spMk id="27" creationId="{7A5F0580-5EE9-419F-96EE-B6529EF6E7D0}"/>
          </ac:spMkLst>
        </pc:spChg>
        <pc:spChg chg="add del">
          <ac:chgData name="Albert Gomes" userId="3ce82ad19fdf4e26" providerId="LiveId" clId="{7773AEA3-3B03-4123-AC9A-8CAC30A21DAD}" dt="2023-04-15T00:00:27.915" v="1433" actId="26606"/>
          <ac:spMkLst>
            <pc:docMk/>
            <pc:sldMk cId="2554334720" sldId="262"/>
            <ac:spMk id="29" creationId="{A419ADC7-DE7C-464E-9F88-6CAB6F61BC3F}"/>
          </ac:spMkLst>
        </pc:spChg>
        <pc:spChg chg="add">
          <ac:chgData name="Albert Gomes" userId="3ce82ad19fdf4e26" providerId="LiveId" clId="{7773AEA3-3B03-4123-AC9A-8CAC30A21DAD}" dt="2023-04-15T00:00:27.931" v="1434" actId="26606"/>
          <ac:spMkLst>
            <pc:docMk/>
            <pc:sldMk cId="2554334720" sldId="262"/>
            <ac:spMk id="31" creationId="{2B97F24A-32CE-4C1C-A50D-3016B394DCFB}"/>
          </ac:spMkLst>
        </pc:spChg>
        <pc:spChg chg="add">
          <ac:chgData name="Albert Gomes" userId="3ce82ad19fdf4e26" providerId="LiveId" clId="{7773AEA3-3B03-4123-AC9A-8CAC30A21DAD}" dt="2023-04-15T00:00:27.931" v="1434" actId="26606"/>
          <ac:spMkLst>
            <pc:docMk/>
            <pc:sldMk cId="2554334720" sldId="262"/>
            <ac:spMk id="32" creationId="{CD8B4F24-440B-49E9-B85D-733523DC064B}"/>
          </ac:spMkLst>
        </pc:spChg>
        <pc:grpChg chg="add del">
          <ac:chgData name="Albert Gomes" userId="3ce82ad19fdf4e26" providerId="LiveId" clId="{7773AEA3-3B03-4123-AC9A-8CAC30A21DAD}" dt="2023-04-15T00:00:05.193" v="1429" actId="26606"/>
          <ac:grpSpMkLst>
            <pc:docMk/>
            <pc:sldMk cId="2554334720" sldId="262"/>
            <ac:grpSpMk id="18" creationId="{1DE889C7-FAD6-4397-98E2-05D503484459}"/>
          </ac:grpSpMkLst>
        </pc:grpChg>
        <pc:picChg chg="add mod ord">
          <ac:chgData name="Albert Gomes" userId="3ce82ad19fdf4e26" providerId="LiveId" clId="{7773AEA3-3B03-4123-AC9A-8CAC30A21DAD}" dt="2023-04-15T00:00:27.931" v="1434" actId="26606"/>
          <ac:picMkLst>
            <pc:docMk/>
            <pc:sldMk cId="2554334720" sldId="262"/>
            <ac:picMk id="6" creationId="{7E28D07F-14BE-5EAD-890F-00B424BF2ED6}"/>
          </ac:picMkLst>
        </pc:picChg>
      </pc:sldChg>
      <pc:sldChg chg="addSp delSp modSp new mod ord setBg">
        <pc:chgData name="Albert Gomes" userId="3ce82ad19fdf4e26" providerId="LiveId" clId="{7773AEA3-3B03-4123-AC9A-8CAC30A21DAD}" dt="2023-04-15T00:04:36.336" v="1516"/>
        <pc:sldMkLst>
          <pc:docMk/>
          <pc:sldMk cId="1533037112" sldId="263"/>
        </pc:sldMkLst>
        <pc:spChg chg="mod">
          <ac:chgData name="Albert Gomes" userId="3ce82ad19fdf4e26" providerId="LiveId" clId="{7773AEA3-3B03-4123-AC9A-8CAC30A21DAD}" dt="2023-04-15T00:03:28.421" v="1508" actId="26606"/>
          <ac:spMkLst>
            <pc:docMk/>
            <pc:sldMk cId="1533037112" sldId="263"/>
            <ac:spMk id="2" creationId="{E4723C1B-AC10-1DC6-B38F-239639DA0F18}"/>
          </ac:spMkLst>
        </pc:spChg>
        <pc:spChg chg="del">
          <ac:chgData name="Albert Gomes" userId="3ce82ad19fdf4e26" providerId="LiveId" clId="{7773AEA3-3B03-4123-AC9A-8CAC30A21DAD}" dt="2023-04-15T00:02:08.241" v="1455" actId="931"/>
          <ac:spMkLst>
            <pc:docMk/>
            <pc:sldMk cId="1533037112" sldId="263"/>
            <ac:spMk id="3" creationId="{76035E15-2231-F7C8-4ADE-462C91A8B2E2}"/>
          </ac:spMkLst>
        </pc:spChg>
        <pc:spChg chg="add">
          <ac:chgData name="Albert Gomes" userId="3ce82ad19fdf4e26" providerId="LiveId" clId="{7773AEA3-3B03-4123-AC9A-8CAC30A21DAD}" dt="2023-04-15T00:03:28.421" v="1508" actId="26606"/>
          <ac:spMkLst>
            <pc:docMk/>
            <pc:sldMk cId="1533037112" sldId="263"/>
            <ac:spMk id="10" creationId="{6753252F-4873-4F63-801D-CC719279A7D5}"/>
          </ac:spMkLst>
        </pc:spChg>
        <pc:spChg chg="add">
          <ac:chgData name="Albert Gomes" userId="3ce82ad19fdf4e26" providerId="LiveId" clId="{7773AEA3-3B03-4123-AC9A-8CAC30A21DAD}" dt="2023-04-15T00:03:28.421" v="1508" actId="26606"/>
          <ac:spMkLst>
            <pc:docMk/>
            <pc:sldMk cId="1533037112" sldId="263"/>
            <ac:spMk id="12" creationId="{047C8CCB-F95D-4249-92DD-651249D3535A}"/>
          </ac:spMkLst>
        </pc:spChg>
        <pc:picChg chg="add mod">
          <ac:chgData name="Albert Gomes" userId="3ce82ad19fdf4e26" providerId="LiveId" clId="{7773AEA3-3B03-4123-AC9A-8CAC30A21DAD}" dt="2023-04-15T00:04:00.544" v="1514" actId="14100"/>
          <ac:picMkLst>
            <pc:docMk/>
            <pc:sldMk cId="1533037112" sldId="263"/>
            <ac:picMk id="5" creationId="{23BCC16C-B417-9AD4-08BF-3B737B9917C0}"/>
          </ac:picMkLst>
        </pc:picChg>
      </pc:sldChg>
      <pc:sldChg chg="addSp delSp modSp new del mod">
        <pc:chgData name="Albert Gomes" userId="3ce82ad19fdf4e26" providerId="LiveId" clId="{7773AEA3-3B03-4123-AC9A-8CAC30A21DAD}" dt="2023-04-15T00:01:48.135" v="1453" actId="47"/>
        <pc:sldMkLst>
          <pc:docMk/>
          <pc:sldMk cId="3936270015" sldId="263"/>
        </pc:sldMkLst>
        <pc:spChg chg="add del">
          <ac:chgData name="Albert Gomes" userId="3ce82ad19fdf4e26" providerId="LiveId" clId="{7773AEA3-3B03-4123-AC9A-8CAC30A21DAD}" dt="2023-04-15T00:01:46.972" v="1452" actId="931"/>
          <ac:spMkLst>
            <pc:docMk/>
            <pc:sldMk cId="3936270015" sldId="263"/>
            <ac:spMk id="3" creationId="{ADF23D57-115B-91D9-F769-D3BCA7656B4C}"/>
          </ac:spMkLst>
        </pc:spChg>
        <pc:spChg chg="add del mod">
          <ac:chgData name="Albert Gomes" userId="3ce82ad19fdf4e26" providerId="LiveId" clId="{7773AEA3-3B03-4123-AC9A-8CAC30A21DAD}" dt="2023-04-15T00:01:40.121" v="1446" actId="478"/>
          <ac:spMkLst>
            <pc:docMk/>
            <pc:sldMk cId="3936270015" sldId="263"/>
            <ac:spMk id="8" creationId="{6B5E3546-5B52-37D7-FB5C-274D9DA94BB0}"/>
          </ac:spMkLst>
        </pc:spChg>
        <pc:picChg chg="add del mod">
          <ac:chgData name="Albert Gomes" userId="3ce82ad19fdf4e26" providerId="LiveId" clId="{7773AEA3-3B03-4123-AC9A-8CAC30A21DAD}" dt="2023-04-15T00:01:46.972" v="1452" actId="931"/>
          <ac:picMkLst>
            <pc:docMk/>
            <pc:sldMk cId="3936270015" sldId="263"/>
            <ac:picMk id="6" creationId="{0E360C59-EEB2-6C07-6496-112B810C36DC}"/>
          </ac:picMkLst>
        </pc:picChg>
      </pc:sldChg>
      <pc:sldChg chg="addSp delSp modSp new mod ord setBg">
        <pc:chgData name="Albert Gomes" userId="3ce82ad19fdf4e26" providerId="LiveId" clId="{7773AEA3-3B03-4123-AC9A-8CAC30A21DAD}" dt="2023-04-15T00:07:52.927" v="1623"/>
        <pc:sldMkLst>
          <pc:docMk/>
          <pc:sldMk cId="2575797471" sldId="264"/>
        </pc:sldMkLst>
        <pc:spChg chg="mod">
          <ac:chgData name="Albert Gomes" userId="3ce82ad19fdf4e26" providerId="LiveId" clId="{7773AEA3-3B03-4123-AC9A-8CAC30A21DAD}" dt="2023-04-15T00:07:28.822" v="1617" actId="26606"/>
          <ac:spMkLst>
            <pc:docMk/>
            <pc:sldMk cId="2575797471" sldId="264"/>
            <ac:spMk id="2" creationId="{29FBA867-BCD4-CAD3-ED71-3423A5C3EDDA}"/>
          </ac:spMkLst>
        </pc:spChg>
        <pc:spChg chg="del">
          <ac:chgData name="Albert Gomes" userId="3ce82ad19fdf4e26" providerId="LiveId" clId="{7773AEA3-3B03-4123-AC9A-8CAC30A21DAD}" dt="2023-04-15T00:04:55.517" v="1518" actId="931"/>
          <ac:spMkLst>
            <pc:docMk/>
            <pc:sldMk cId="2575797471" sldId="264"/>
            <ac:spMk id="3" creationId="{950DA138-9C8A-BBDD-49E2-68CDB3062E15}"/>
          </ac:spMkLst>
        </pc:spChg>
        <pc:spChg chg="mod">
          <ac:chgData name="Albert Gomes" userId="3ce82ad19fdf4e26" providerId="LiveId" clId="{7773AEA3-3B03-4123-AC9A-8CAC30A21DAD}" dt="2023-04-15T00:07:28.822" v="1617" actId="26606"/>
          <ac:spMkLst>
            <pc:docMk/>
            <pc:sldMk cId="2575797471" sldId="264"/>
            <ac:spMk id="4" creationId="{977703E4-EE9E-2F0D-E2A2-958DC8BF355D}"/>
          </ac:spMkLst>
        </pc:spChg>
        <pc:spChg chg="add del">
          <ac:chgData name="Albert Gomes" userId="3ce82ad19fdf4e26" providerId="LiveId" clId="{7773AEA3-3B03-4123-AC9A-8CAC30A21DAD}" dt="2023-04-15T00:07:28.822" v="1616" actId="26606"/>
          <ac:spMkLst>
            <pc:docMk/>
            <pc:sldMk cId="2575797471" sldId="264"/>
            <ac:spMk id="11" creationId="{7B831B6F-405A-4B47-B9BB-5CA88F285844}"/>
          </ac:spMkLst>
        </pc:spChg>
        <pc:spChg chg="add del">
          <ac:chgData name="Albert Gomes" userId="3ce82ad19fdf4e26" providerId="LiveId" clId="{7773AEA3-3B03-4123-AC9A-8CAC30A21DAD}" dt="2023-04-15T00:07:28.822" v="1616" actId="26606"/>
          <ac:spMkLst>
            <pc:docMk/>
            <pc:sldMk cId="2575797471" sldId="264"/>
            <ac:spMk id="13" creationId="{953EE71A-6488-4203-A7C4-77102FD0DCCA}"/>
          </ac:spMkLst>
        </pc:spChg>
        <pc:spChg chg="add">
          <ac:chgData name="Albert Gomes" userId="3ce82ad19fdf4e26" providerId="LiveId" clId="{7773AEA3-3B03-4123-AC9A-8CAC30A21DAD}" dt="2023-04-15T00:07:28.822" v="1617" actId="26606"/>
          <ac:spMkLst>
            <pc:docMk/>
            <pc:sldMk cId="2575797471" sldId="264"/>
            <ac:spMk id="15" creationId="{131BAD53-4E89-4F62-BBB7-26359763ED39}"/>
          </ac:spMkLst>
        </pc:spChg>
        <pc:spChg chg="add">
          <ac:chgData name="Albert Gomes" userId="3ce82ad19fdf4e26" providerId="LiveId" clId="{7773AEA3-3B03-4123-AC9A-8CAC30A21DAD}" dt="2023-04-15T00:07:28.822" v="1617" actId="26606"/>
          <ac:spMkLst>
            <pc:docMk/>
            <pc:sldMk cId="2575797471" sldId="264"/>
            <ac:spMk id="16" creationId="{62756DA2-40EB-4C6F-B962-5822FFB54FB6}"/>
          </ac:spMkLst>
        </pc:spChg>
        <pc:picChg chg="add mod ord">
          <ac:chgData name="Albert Gomes" userId="3ce82ad19fdf4e26" providerId="LiveId" clId="{7773AEA3-3B03-4123-AC9A-8CAC30A21DAD}" dt="2023-04-15T00:07:38.622" v="1621" actId="14100"/>
          <ac:picMkLst>
            <pc:docMk/>
            <pc:sldMk cId="2575797471" sldId="264"/>
            <ac:picMk id="6" creationId="{FB541269-E1A1-E0CF-EF70-F04A93FBE5D0}"/>
          </ac:picMkLst>
        </pc:picChg>
      </pc:sldChg>
      <pc:sldChg chg="addSp delSp modSp new mod ord setBg">
        <pc:chgData name="Albert Gomes" userId="3ce82ad19fdf4e26" providerId="LiveId" clId="{7773AEA3-3B03-4123-AC9A-8CAC30A21DAD}" dt="2023-04-15T00:10:13.158" v="1685"/>
        <pc:sldMkLst>
          <pc:docMk/>
          <pc:sldMk cId="4041854268" sldId="265"/>
        </pc:sldMkLst>
        <pc:spChg chg="mod">
          <ac:chgData name="Albert Gomes" userId="3ce82ad19fdf4e26" providerId="LiveId" clId="{7773AEA3-3B03-4123-AC9A-8CAC30A21DAD}" dt="2023-04-15T00:09:13.547" v="1675" actId="26606"/>
          <ac:spMkLst>
            <pc:docMk/>
            <pc:sldMk cId="4041854268" sldId="265"/>
            <ac:spMk id="2" creationId="{F3D86C1A-845D-BD90-CBB8-4BF3C859F272}"/>
          </ac:spMkLst>
        </pc:spChg>
        <pc:spChg chg="del">
          <ac:chgData name="Albert Gomes" userId="3ce82ad19fdf4e26" providerId="LiveId" clId="{7773AEA3-3B03-4123-AC9A-8CAC30A21DAD}" dt="2023-04-15T00:08:16.505" v="1625" actId="931"/>
          <ac:spMkLst>
            <pc:docMk/>
            <pc:sldMk cId="4041854268" sldId="265"/>
            <ac:spMk id="3" creationId="{F6B33ADE-0BFA-A7FB-19AC-692E88240F94}"/>
          </ac:spMkLst>
        </pc:spChg>
        <pc:spChg chg="add">
          <ac:chgData name="Albert Gomes" userId="3ce82ad19fdf4e26" providerId="LiveId" clId="{7773AEA3-3B03-4123-AC9A-8CAC30A21DAD}" dt="2023-04-15T00:09:13.547" v="1675" actId="26606"/>
          <ac:spMkLst>
            <pc:docMk/>
            <pc:sldMk cId="4041854268" sldId="265"/>
            <ac:spMk id="10" creationId="{6753252F-4873-4F63-801D-CC719279A7D5}"/>
          </ac:spMkLst>
        </pc:spChg>
        <pc:spChg chg="add">
          <ac:chgData name="Albert Gomes" userId="3ce82ad19fdf4e26" providerId="LiveId" clId="{7773AEA3-3B03-4123-AC9A-8CAC30A21DAD}" dt="2023-04-15T00:09:13.547" v="1675" actId="26606"/>
          <ac:spMkLst>
            <pc:docMk/>
            <pc:sldMk cId="4041854268" sldId="265"/>
            <ac:spMk id="12" creationId="{047C8CCB-F95D-4249-92DD-651249D3535A}"/>
          </ac:spMkLst>
        </pc:spChg>
        <pc:picChg chg="add mod">
          <ac:chgData name="Albert Gomes" userId="3ce82ad19fdf4e26" providerId="LiveId" clId="{7773AEA3-3B03-4123-AC9A-8CAC30A21DAD}" dt="2023-04-15T00:09:42.417" v="1683" actId="1076"/>
          <ac:picMkLst>
            <pc:docMk/>
            <pc:sldMk cId="4041854268" sldId="265"/>
            <ac:picMk id="5" creationId="{112FB8DC-1CE6-CD9D-8E17-F4086E619D5A}"/>
          </ac:picMkLst>
        </pc:picChg>
      </pc:sldChg>
      <pc:sldChg chg="addSp delSp modSp new mod ord setBg">
        <pc:chgData name="Albert Gomes" userId="3ce82ad19fdf4e26" providerId="LiveId" clId="{7773AEA3-3B03-4123-AC9A-8CAC30A21DAD}" dt="2023-04-15T00:12:01.469" v="1705"/>
        <pc:sldMkLst>
          <pc:docMk/>
          <pc:sldMk cId="2342796795" sldId="266"/>
        </pc:sldMkLst>
        <pc:spChg chg="del">
          <ac:chgData name="Albert Gomes" userId="3ce82ad19fdf4e26" providerId="LiveId" clId="{7773AEA3-3B03-4123-AC9A-8CAC30A21DAD}" dt="2023-04-15T00:10:59.694" v="1692" actId="478"/>
          <ac:spMkLst>
            <pc:docMk/>
            <pc:sldMk cId="2342796795" sldId="266"/>
            <ac:spMk id="2" creationId="{E454D319-0082-69AE-EDD8-EEE8DF42CD6D}"/>
          </ac:spMkLst>
        </pc:spChg>
        <pc:spChg chg="del">
          <ac:chgData name="Albert Gomes" userId="3ce82ad19fdf4e26" providerId="LiveId" clId="{7773AEA3-3B03-4123-AC9A-8CAC30A21DAD}" dt="2023-04-15T00:10:44.094" v="1689" actId="931"/>
          <ac:spMkLst>
            <pc:docMk/>
            <pc:sldMk cId="2342796795" sldId="266"/>
            <ac:spMk id="3" creationId="{BC30FE15-2EAB-7EA4-1CDD-9D10BC60C8B5}"/>
          </ac:spMkLst>
        </pc:spChg>
        <pc:spChg chg="add del">
          <ac:chgData name="Albert Gomes" userId="3ce82ad19fdf4e26" providerId="LiveId" clId="{7773AEA3-3B03-4123-AC9A-8CAC30A21DAD}" dt="2023-04-15T00:11:28.526" v="1697" actId="26606"/>
          <ac:spMkLst>
            <pc:docMk/>
            <pc:sldMk cId="2342796795" sldId="266"/>
            <ac:spMk id="10" creationId="{2D2B266D-3625-4584-A5C3-7D3F672CFF30}"/>
          </ac:spMkLst>
        </pc:spChg>
        <pc:spChg chg="add del">
          <ac:chgData name="Albert Gomes" userId="3ce82ad19fdf4e26" providerId="LiveId" clId="{7773AEA3-3B03-4123-AC9A-8CAC30A21DAD}" dt="2023-04-15T00:11:28.526" v="1697" actId="26606"/>
          <ac:spMkLst>
            <pc:docMk/>
            <pc:sldMk cId="2342796795" sldId="266"/>
            <ac:spMk id="12" creationId="{C463B99A-73EE-4FBB-B7C4-F9F9BCC25C65}"/>
          </ac:spMkLst>
        </pc:spChg>
        <pc:spChg chg="add del">
          <ac:chgData name="Albert Gomes" userId="3ce82ad19fdf4e26" providerId="LiveId" clId="{7773AEA3-3B03-4123-AC9A-8CAC30A21DAD}" dt="2023-04-15T00:11:28.526" v="1697" actId="26606"/>
          <ac:spMkLst>
            <pc:docMk/>
            <pc:sldMk cId="2342796795" sldId="266"/>
            <ac:spMk id="14" creationId="{A5D2A5D1-BA0D-47D3-B051-DA7743C46E28}"/>
          </ac:spMkLst>
        </pc:spChg>
        <pc:spChg chg="add del">
          <ac:chgData name="Albert Gomes" userId="3ce82ad19fdf4e26" providerId="LiveId" clId="{7773AEA3-3B03-4123-AC9A-8CAC30A21DAD}" dt="2023-04-15T00:11:51.125" v="1703" actId="26606"/>
          <ac:spMkLst>
            <pc:docMk/>
            <pc:sldMk cId="2342796795" sldId="266"/>
            <ac:spMk id="16" creationId="{92CC4BDB-5B81-4023-B967-7DF04BC13389}"/>
          </ac:spMkLst>
        </pc:spChg>
        <pc:spChg chg="add del">
          <ac:chgData name="Albert Gomes" userId="3ce82ad19fdf4e26" providerId="LiveId" clId="{7773AEA3-3B03-4123-AC9A-8CAC30A21DAD}" dt="2023-04-15T00:11:48.396" v="1701" actId="26606"/>
          <ac:spMkLst>
            <pc:docMk/>
            <pc:sldMk cId="2342796795" sldId="266"/>
            <ac:spMk id="20" creationId="{AEFE2D67-97EF-CFFD-A62B-2F1D374246CE}"/>
          </ac:spMkLst>
        </pc:spChg>
        <pc:spChg chg="add del">
          <ac:chgData name="Albert Gomes" userId="3ce82ad19fdf4e26" providerId="LiveId" clId="{7773AEA3-3B03-4123-AC9A-8CAC30A21DAD}" dt="2023-04-15T00:11:48.396" v="1701" actId="26606"/>
          <ac:spMkLst>
            <pc:docMk/>
            <pc:sldMk cId="2342796795" sldId="266"/>
            <ac:spMk id="23" creationId="{7FEAE179-C525-48F3-AD47-0E9E2B6F2E2E}"/>
          </ac:spMkLst>
        </pc:spChg>
        <pc:spChg chg="add del">
          <ac:chgData name="Albert Gomes" userId="3ce82ad19fdf4e26" providerId="LiveId" clId="{7773AEA3-3B03-4123-AC9A-8CAC30A21DAD}" dt="2023-04-15T00:11:48.396" v="1701" actId="26606"/>
          <ac:spMkLst>
            <pc:docMk/>
            <pc:sldMk cId="2342796795" sldId="266"/>
            <ac:spMk id="25" creationId="{95C8260E-968F-44E8-A823-ABB431311926}"/>
          </ac:spMkLst>
        </pc:spChg>
        <pc:spChg chg="add del">
          <ac:chgData name="Albert Gomes" userId="3ce82ad19fdf4e26" providerId="LiveId" clId="{7773AEA3-3B03-4123-AC9A-8CAC30A21DAD}" dt="2023-04-15T00:11:48.396" v="1701" actId="26606"/>
          <ac:spMkLst>
            <pc:docMk/>
            <pc:sldMk cId="2342796795" sldId="266"/>
            <ac:spMk id="27" creationId="{2C1BBA94-3F40-40AA-8BB9-E69E25E537C1}"/>
          </ac:spMkLst>
        </pc:spChg>
        <pc:spChg chg="add del">
          <ac:chgData name="Albert Gomes" userId="3ce82ad19fdf4e26" providerId="LiveId" clId="{7773AEA3-3B03-4123-AC9A-8CAC30A21DAD}" dt="2023-04-15T00:11:48.396" v="1701" actId="26606"/>
          <ac:spMkLst>
            <pc:docMk/>
            <pc:sldMk cId="2342796795" sldId="266"/>
            <ac:spMk id="29" creationId="{FE43805F-24A6-46A4-B19B-54F28347355C}"/>
          </ac:spMkLst>
        </pc:spChg>
        <pc:picChg chg="add mod">
          <ac:chgData name="Albert Gomes" userId="3ce82ad19fdf4e26" providerId="LiveId" clId="{7773AEA3-3B03-4123-AC9A-8CAC30A21DAD}" dt="2023-04-15T00:11:51.125" v="1703" actId="26606"/>
          <ac:picMkLst>
            <pc:docMk/>
            <pc:sldMk cId="2342796795" sldId="266"/>
            <ac:picMk id="5" creationId="{E268AC04-80CB-D1A1-C1B2-AFC9D0683827}"/>
          </ac:picMkLst>
        </pc:picChg>
      </pc:sldChg>
      <pc:sldChg chg="new del">
        <pc:chgData name="Albert Gomes" userId="3ce82ad19fdf4e26" providerId="LiveId" clId="{7773AEA3-3B03-4123-AC9A-8CAC30A21DAD}" dt="2023-04-15T00:10:32.752" v="1687" actId="47"/>
        <pc:sldMkLst>
          <pc:docMk/>
          <pc:sldMk cId="3972181624" sldId="266"/>
        </pc:sldMkLst>
      </pc:sldChg>
      <pc:sldChg chg="addSp delSp modSp new mod setBg setClrOvrMap">
        <pc:chgData name="Albert Gomes" userId="3ce82ad19fdf4e26" providerId="LiveId" clId="{7773AEA3-3B03-4123-AC9A-8CAC30A21DAD}" dt="2023-04-15T09:34:55.677" v="1732" actId="26606"/>
        <pc:sldMkLst>
          <pc:docMk/>
          <pc:sldMk cId="1021644902" sldId="267"/>
        </pc:sldMkLst>
        <pc:spChg chg="mod">
          <ac:chgData name="Albert Gomes" userId="3ce82ad19fdf4e26" providerId="LiveId" clId="{7773AEA3-3B03-4123-AC9A-8CAC30A21DAD}" dt="2023-04-15T09:34:55.677" v="1732" actId="26606"/>
          <ac:spMkLst>
            <pc:docMk/>
            <pc:sldMk cId="1021644902" sldId="267"/>
            <ac:spMk id="2" creationId="{A55624D1-3E87-F911-8E26-BDC595010BFC}"/>
          </ac:spMkLst>
        </pc:spChg>
        <pc:spChg chg="del mod">
          <ac:chgData name="Albert Gomes" userId="3ce82ad19fdf4e26" providerId="LiveId" clId="{7773AEA3-3B03-4123-AC9A-8CAC30A21DAD}" dt="2023-04-15T09:34:41.157" v="1729" actId="478"/>
          <ac:spMkLst>
            <pc:docMk/>
            <pc:sldMk cId="1021644902" sldId="267"/>
            <ac:spMk id="3" creationId="{0DED9CE3-5CFD-8ECA-3671-E25232B4B1BE}"/>
          </ac:spMkLst>
        </pc:spChg>
        <pc:spChg chg="add del">
          <ac:chgData name="Albert Gomes" userId="3ce82ad19fdf4e26" providerId="LiveId" clId="{7773AEA3-3B03-4123-AC9A-8CAC30A21DAD}" dt="2023-04-15T09:34:55.677" v="1731" actId="26606"/>
          <ac:spMkLst>
            <pc:docMk/>
            <pc:sldMk cId="1021644902" sldId="267"/>
            <ac:spMk id="8" creationId="{71B2258F-86CA-4D4D-8270-BC05FCDEBFB3}"/>
          </ac:spMkLst>
        </pc:spChg>
        <pc:spChg chg="add">
          <ac:chgData name="Albert Gomes" userId="3ce82ad19fdf4e26" providerId="LiveId" clId="{7773AEA3-3B03-4123-AC9A-8CAC30A21DAD}" dt="2023-04-15T09:34:55.677" v="1732" actId="26606"/>
          <ac:spMkLst>
            <pc:docMk/>
            <pc:sldMk cId="1021644902" sldId="267"/>
            <ac:spMk id="10" creationId="{AB58EF07-17C2-48CF-ABB0-EEF1F17CB8F0}"/>
          </ac:spMkLst>
        </pc:spChg>
        <pc:spChg chg="add">
          <ac:chgData name="Albert Gomes" userId="3ce82ad19fdf4e26" providerId="LiveId" clId="{7773AEA3-3B03-4123-AC9A-8CAC30A21DAD}" dt="2023-04-15T09:34:55.677" v="1732" actId="26606"/>
          <ac:spMkLst>
            <pc:docMk/>
            <pc:sldMk cId="1021644902" sldId="267"/>
            <ac:spMk id="11" creationId="{0671A8AE-40A1-4631-A6B8-581AFF065482}"/>
          </ac:spMkLst>
        </pc:spChg>
        <pc:spChg chg="add">
          <ac:chgData name="Albert Gomes" userId="3ce82ad19fdf4e26" providerId="LiveId" clId="{7773AEA3-3B03-4123-AC9A-8CAC30A21DAD}" dt="2023-04-15T09:34:55.677" v="1732" actId="26606"/>
          <ac:spMkLst>
            <pc:docMk/>
            <pc:sldMk cId="1021644902" sldId="267"/>
            <ac:spMk id="12" creationId="{AF2F604E-43BE-4DC3-B983-E071523364F8}"/>
          </ac:spMkLst>
        </pc:spChg>
        <pc:spChg chg="add">
          <ac:chgData name="Albert Gomes" userId="3ce82ad19fdf4e26" providerId="LiveId" clId="{7773AEA3-3B03-4123-AC9A-8CAC30A21DAD}" dt="2023-04-15T09:34:55.677" v="1732" actId="26606"/>
          <ac:spMkLst>
            <pc:docMk/>
            <pc:sldMk cId="1021644902" sldId="267"/>
            <ac:spMk id="14" creationId="{08C9B587-E65E-4B52-B37C-ABEBB6E87928}"/>
          </ac:spMkLst>
        </pc:spChg>
        <pc:picChg chg="add del">
          <ac:chgData name="Albert Gomes" userId="3ce82ad19fdf4e26" providerId="LiveId" clId="{7773AEA3-3B03-4123-AC9A-8CAC30A21DAD}" dt="2023-04-15T09:34:55.677" v="1731" actId="26606"/>
          <ac:picMkLst>
            <pc:docMk/>
            <pc:sldMk cId="1021644902" sldId="267"/>
            <ac:picMk id="4" creationId="{B7CD2D4F-0224-316E-0CD1-571E82D42B28}"/>
          </ac:picMkLst>
        </pc:picChg>
        <pc:picChg chg="add">
          <ac:chgData name="Albert Gomes" userId="3ce82ad19fdf4e26" providerId="LiveId" clId="{7773AEA3-3B03-4123-AC9A-8CAC30A21DAD}" dt="2023-04-15T09:34:55.677" v="1732" actId="26606"/>
          <ac:picMkLst>
            <pc:docMk/>
            <pc:sldMk cId="1021644902" sldId="267"/>
            <ac:picMk id="13" creationId="{35E06A1C-CD1B-A6F0-6A7A-3375B791493A}"/>
          </ac:picMkLst>
        </pc:picChg>
      </pc:sldChg>
      <pc:sldChg chg="new del">
        <pc:chgData name="Albert Gomes" userId="3ce82ad19fdf4e26" providerId="LiveId" clId="{7773AEA3-3B03-4123-AC9A-8CAC30A21DAD}" dt="2023-04-15T09:31:04.432" v="1708" actId="47"/>
        <pc:sldMkLst>
          <pc:docMk/>
          <pc:sldMk cId="1831007456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0792-2DB0-FE7A-9FD1-9AD5D3049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E4502-6D2F-1E39-CF1E-E6945A75A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6F1BD-24C8-7AB6-D119-BEB412520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100F-5D00-4A63-90ED-21269E960DB8}" type="datetimeFigureOut">
              <a:rPr lang="en-GB" smtClean="0"/>
              <a:t>15/04/2023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11702-0FDF-AB39-BE63-A455369C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0C500-B3C9-EC44-4B6B-34970723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98890-D1F5-40F4-BE43-83BC9E718F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87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27873-9014-1A42-9B03-01D554E1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9114D-5F06-05DF-A4F4-A2DB78DEA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21505-54FB-55FC-AA0F-AC783EB5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100F-5D00-4A63-90ED-21269E960DB8}" type="datetimeFigureOut">
              <a:rPr lang="en-GB" smtClean="0"/>
              <a:t>15/04/2023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4FFB5-8420-1FA8-169E-81EDDAFF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AFE21-B17E-F6F9-49D6-AE82473A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98890-D1F5-40F4-BE43-83BC9E718F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998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ACDB-19EB-8B19-E237-42FEEA65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6474A-F2F7-71AA-1B4C-974406CC7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323B0-2350-BF5D-7D5B-D5A2B2B8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100F-5D00-4A63-90ED-21269E960DB8}" type="datetimeFigureOut">
              <a:rPr lang="en-GB" smtClean="0"/>
              <a:t>15/04/2023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AE065-3E10-BEC3-32EF-37D8C55E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C3A1C-2B58-6761-7DB0-59CA089E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98890-D1F5-40F4-BE43-83BC9E718F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17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A4D44-A09A-2CFB-8E19-9FACE4EB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6AB16-DB0B-BF90-284A-6205085DA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3C497-C152-5823-1292-B6899FC6F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D4002-75BA-3B63-1BB8-47BD6C9E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100F-5D00-4A63-90ED-21269E960DB8}" type="datetimeFigureOut">
              <a:rPr lang="en-GB" smtClean="0"/>
              <a:t>15/04/2023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0A2EB-DE03-26BF-7A7D-CDF7C8044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FADFE-8471-9EC1-B2C7-E3ABE9F0E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98890-D1F5-40F4-BE43-83BC9E718F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78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6345-594D-8316-66B7-60CB0C81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F68CA-78E4-B61B-65A0-06FE0F4B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6E459-9C99-640A-814D-AF6ACE247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D0091-4C7E-744D-1DB6-724A7E43D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1DF85-0A95-3B6A-D912-7B0982B4F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111F32-824E-DB28-4D1F-BEF2FE6F5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100F-5D00-4A63-90ED-21269E960DB8}" type="datetimeFigureOut">
              <a:rPr lang="en-GB" smtClean="0"/>
              <a:t>15/04/2023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3ED60D-29D4-F99F-D235-AB726319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31AE6-76D4-3AB0-8A7E-2E3C1C3E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98890-D1F5-40F4-BE43-83BC9E718F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711F-72B8-A9A3-F0AE-1646F9510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D1B583-19D2-5277-D885-99D34ED5D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100F-5D00-4A63-90ED-21269E960DB8}" type="datetimeFigureOut">
              <a:rPr lang="en-GB" smtClean="0"/>
              <a:t>15/04/2023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9A234-B76A-B9B5-BC69-4D53289EC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E79E0-449C-E20A-07C2-C9A7F757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98890-D1F5-40F4-BE43-83BC9E718F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67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B7CEB2-89B0-1E71-5411-1DF72BDC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100F-5D00-4A63-90ED-21269E960DB8}" type="datetimeFigureOut">
              <a:rPr lang="en-GB" smtClean="0"/>
              <a:t>15/04/2023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45FC9-036B-D248-9C5E-CF1F5C64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5EF61-588B-848B-64FD-3E1AC4A9E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98890-D1F5-40F4-BE43-83BC9E718F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724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F7578-EBDD-F2EC-784B-88C7C0DD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42809-D19A-1E7A-F68C-987E13038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D1A03-1036-ADCB-88E0-CC69DB652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109A7-1EFF-5DF1-330C-F00169CDB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100F-5D00-4A63-90ED-21269E960DB8}" type="datetimeFigureOut">
              <a:rPr lang="en-GB" smtClean="0"/>
              <a:t>15/04/2023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44AB8-76C1-18E7-CD64-17B65357C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E19DA-9046-5C52-A445-D8004C6A1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98890-D1F5-40F4-BE43-83BC9E718F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9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ED92F-C8CA-5971-CED0-0A62A49A3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6A870-C3F3-5AA3-D572-5161B594E6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FB729-DF98-7719-3FCE-4B4361A5B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D49CC-FEA8-12A0-4EF8-F6E20F108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100F-5D00-4A63-90ED-21269E960DB8}" type="datetimeFigureOut">
              <a:rPr lang="en-GB" smtClean="0"/>
              <a:t>15/04/2023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0FF72-09E3-B0F9-60B9-419632C4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3D830-D1B4-E5DF-3510-3C2C7B6D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98890-D1F5-40F4-BE43-83BC9E718F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42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F665F-DFE9-A610-EB69-AD273E84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B007F-C567-0513-453B-118EE076B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59B01-082C-7493-3BA4-AD8954CA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100F-5D00-4A63-90ED-21269E960DB8}" type="datetimeFigureOut">
              <a:rPr lang="en-GB" smtClean="0"/>
              <a:t>15/04/2023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26770-B0FB-076A-70B6-25F288F3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BAE52-DEDD-0620-4733-CCDB32AF6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98890-D1F5-40F4-BE43-83BC9E718F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529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8323A-DBDA-9573-90C0-6A079D83A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2EE2B-197A-2C9E-8D4F-E9CA71DD2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64E0A-4DFE-67BF-0689-64495D1A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100F-5D00-4A63-90ED-21269E960DB8}" type="datetimeFigureOut">
              <a:rPr lang="en-GB" smtClean="0"/>
              <a:t>15/04/2023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03FF5-6634-8B4C-5E8C-E354496F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85ECA-3E99-D5E6-6BEE-D8349328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98890-D1F5-40F4-BE43-83BC9E718F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58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A72537-D1CD-E513-44E5-8E7BFDBA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EE014-8E4F-6C72-3C06-FA65DF946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C33D4-E554-B5DD-3F4B-B8027CFCD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100F-5D00-4A63-90ED-21269E960DB8}" type="datetimeFigureOut">
              <a:rPr lang="en-GB" smtClean="0"/>
              <a:t>15/04/2023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77A3-F3DD-E1DF-1459-EC00FB7D7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4343E-EED5-093D-2B10-610D0910D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98890-D1F5-40F4-BE43-83BC9E718F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83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790B5-C2C9-E293-380C-7B2C69129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/>
              <a:t>Crime Statistics</a:t>
            </a:r>
            <a:br>
              <a:rPr lang="en-US" sz="4600"/>
            </a:br>
            <a:r>
              <a:rPr lang="en-US" sz="4600"/>
              <a:t>Northern Ireland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DBB81-E70C-3D91-B14E-E404DE04E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Albert Shuvo Gomes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Q15995259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6" name="Content Placeholder 5" descr="A picture containing text, outdoor, person&#10;&#10;Description automatically generated">
            <a:extLst>
              <a:ext uri="{FF2B5EF4-FFF2-40B4-BE49-F238E27FC236}">
                <a16:creationId xmlns:a16="http://schemas.microsoft.com/office/drawing/2014/main" id="{D8BD97E0-B3BD-6B8E-CC39-3CB0A493C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5" r="834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1547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53AAA-1E7E-3E25-E872-1EA832112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83844"/>
            <a:ext cx="10509504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96432-186C-5CD0-E2DE-0AE51C8A8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11205"/>
            <a:ext cx="3182737" cy="418773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 defTabSz="877824">
              <a:spcBef>
                <a:spcPts val="960"/>
              </a:spcBef>
              <a:buNone/>
            </a:pPr>
            <a:r>
              <a:rPr lang="en-GB" sz="2688" kern="120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Analysis Objectives</a:t>
            </a:r>
          </a:p>
          <a:p>
            <a:pPr marL="219456" indent="-219456" defTabSz="877824">
              <a:spcBef>
                <a:spcPts val="960"/>
              </a:spcBef>
            </a:pPr>
            <a:r>
              <a:rPr lang="en-GB" sz="2300" kern="1200" dirty="0">
                <a:solidFill>
                  <a:schemeClr val="dk1"/>
                </a:solidFill>
                <a:ea typeface="+mn-ea"/>
                <a:cs typeface="+mn-cs"/>
              </a:rPr>
              <a:t>Trend in crime followed by each year.</a:t>
            </a:r>
          </a:p>
          <a:p>
            <a:pPr marL="219456" indent="-219456" defTabSz="877824">
              <a:spcBef>
                <a:spcPts val="960"/>
              </a:spcBef>
            </a:pPr>
            <a:r>
              <a:rPr lang="en-GB" sz="2300" kern="1200" dirty="0">
                <a:solidFill>
                  <a:schemeClr val="dk1"/>
                </a:solidFill>
                <a:ea typeface="+mn-ea"/>
                <a:cs typeface="+mn-cs"/>
              </a:rPr>
              <a:t>City peaked in crime occurrence, according to the police record.</a:t>
            </a:r>
          </a:p>
          <a:p>
            <a:pPr marL="219456" indent="-219456" defTabSz="877824">
              <a:spcBef>
                <a:spcPts val="960"/>
              </a:spcBef>
            </a:pPr>
            <a:r>
              <a:rPr lang="en-GB" sz="2300" kern="1200" dirty="0">
                <a:solidFill>
                  <a:schemeClr val="dk1"/>
                </a:solidFill>
                <a:ea typeface="+mn-ea"/>
                <a:cs typeface="+mn-cs"/>
              </a:rPr>
              <a:t>Type of crime exceeded in the police record.</a:t>
            </a:r>
          </a:p>
          <a:p>
            <a:pPr marL="219456" indent="-219456" defTabSz="877824">
              <a:spcBef>
                <a:spcPts val="960"/>
              </a:spcBef>
            </a:pPr>
            <a:r>
              <a:rPr lang="en-GB" sz="2300" kern="1200" dirty="0">
                <a:solidFill>
                  <a:schemeClr val="dk1"/>
                </a:solidFill>
                <a:ea typeface="+mn-ea"/>
                <a:cs typeface="+mn-cs"/>
              </a:rPr>
              <a:t>Grouping of City data.</a:t>
            </a:r>
          </a:p>
          <a:p>
            <a:pPr marL="219456" indent="-219456" defTabSz="877824">
              <a:spcBef>
                <a:spcPts val="960"/>
              </a:spcBef>
            </a:pPr>
            <a:r>
              <a:rPr lang="en-GB" sz="2300" kern="1200" dirty="0">
                <a:solidFill>
                  <a:schemeClr val="dk1"/>
                </a:solidFill>
                <a:ea typeface="+mn-ea"/>
                <a:cs typeface="+mn-cs"/>
              </a:rPr>
              <a:t>Grouping of Crime type data.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DECC4-A094-056C-AEF0-15E1F5800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20937" y="1911205"/>
            <a:ext cx="3661859" cy="418773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 defTabSz="877824">
              <a:spcBef>
                <a:spcPts val="960"/>
              </a:spcBef>
              <a:buNone/>
            </a:pPr>
            <a:r>
              <a:rPr lang="en-GB" sz="2688" kern="120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Data Collection</a:t>
            </a:r>
          </a:p>
          <a:p>
            <a:pPr marL="219456" indent="-219456" defTabSz="877824">
              <a:spcBef>
                <a:spcPts val="960"/>
              </a:spcBef>
            </a:pPr>
            <a:r>
              <a:rPr lang="en-GB" sz="2304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Data has been retrieved from one source or website: </a:t>
            </a:r>
            <a:r>
              <a:rPr lang="en-GB" sz="2304" kern="1200" dirty="0" err="1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data.world</a:t>
            </a:r>
            <a:r>
              <a:rPr lang="en-GB" sz="2304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2020. “Police recorded crime in the parts of Northern Ireland”.</a:t>
            </a:r>
            <a:endParaRPr lang="en-GB" sz="2400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D2770E1-EB7D-24FB-97CD-F599FC9E239E}"/>
              </a:ext>
            </a:extLst>
          </p:cNvPr>
          <p:cNvSpPr txBox="1">
            <a:spLocks/>
          </p:cNvSpPr>
          <p:nvPr/>
        </p:nvSpPr>
        <p:spPr>
          <a:xfrm>
            <a:off x="7682797" y="1911205"/>
            <a:ext cx="3661859" cy="41877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77824">
              <a:spcBef>
                <a:spcPts val="960"/>
              </a:spcBef>
              <a:buNone/>
            </a:pPr>
            <a:r>
              <a:rPr lang="en-GB" sz="2688" kern="120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Data Preparation</a:t>
            </a:r>
          </a:p>
          <a:p>
            <a:pPr marL="219456" indent="-219456" defTabSz="877824">
              <a:spcBef>
                <a:spcPts val="960"/>
              </a:spcBef>
            </a:pPr>
            <a:r>
              <a:rPr lang="en-GB" sz="230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restructure</a:t>
            </a:r>
          </a:p>
          <a:p>
            <a:pPr marL="219456" indent="-219456" defTabSz="877824">
              <a:spcBef>
                <a:spcPts val="960"/>
              </a:spcBef>
            </a:pPr>
            <a:r>
              <a:rPr lang="en-GB" sz="230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extraction</a:t>
            </a:r>
          </a:p>
          <a:p>
            <a:pPr marL="219456" indent="-219456" defTabSz="877824">
              <a:spcBef>
                <a:spcPts val="960"/>
              </a:spcBef>
            </a:pPr>
            <a:r>
              <a:rPr lang="en-GB" sz="230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Descriptive Analytics – Correlation Analysis and Clustering Analysis.</a:t>
            </a:r>
          </a:p>
          <a:p>
            <a:pPr marL="219456" indent="-219456" defTabSz="877824">
              <a:spcBef>
                <a:spcPts val="960"/>
              </a:spcBef>
            </a:pPr>
            <a:r>
              <a:rPr lang="en-GB" sz="230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Predictive Analytics – Time series analysis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5518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4A21F3-B248-BA4B-A0E1-40F9B536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Descriptive Analytics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Chart, scatter chart&#10;&#10;Description automatically generated">
            <a:extLst>
              <a:ext uri="{FF2B5EF4-FFF2-40B4-BE49-F238E27FC236}">
                <a16:creationId xmlns:a16="http://schemas.microsoft.com/office/drawing/2014/main" id="{687CD384-B206-4D53-CE26-E4825F830D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630936"/>
            <a:ext cx="6661498" cy="391363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5BDD8-3F8B-968D-82B1-15A1F1ADE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 dirty="0"/>
              <a:t>Correlation coefficient = 0.96218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 dirty="0"/>
              <a:t>Positive linear correlation</a:t>
            </a:r>
          </a:p>
        </p:txBody>
      </p:sp>
    </p:spTree>
    <p:extLst>
      <p:ext uri="{BB962C8B-B14F-4D97-AF65-F5344CB8AC3E}">
        <p14:creationId xmlns:p14="http://schemas.microsoft.com/office/powerpoint/2010/main" val="1606059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93526-BDB8-0FF7-8D5D-253AF05D1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Predictive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3B722-AB52-3B48-C16F-1AFD55CA7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2366" y="2194102"/>
            <a:ext cx="3427001" cy="390858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Belfast City significantly higher in crime rate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Outcome comparative less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Similar trend in four consecutive years</a:t>
            </a:r>
          </a:p>
        </p:txBody>
      </p:sp>
      <p:pic>
        <p:nvPicPr>
          <p:cNvPr id="6" name="Content Placeholder 5" descr="Chart, line chart&#10;&#10;Description automatically generated">
            <a:extLst>
              <a:ext uri="{FF2B5EF4-FFF2-40B4-BE49-F238E27FC236}">
                <a16:creationId xmlns:a16="http://schemas.microsoft.com/office/drawing/2014/main" id="{EBE98B08-217C-BC1C-DCF1-135BB289F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457" y="1594327"/>
            <a:ext cx="6155141" cy="369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1F710-684F-3329-C184-74A8FE67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Predictive Analytics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Chart, line chart&#10;&#10;Description automatically generated">
            <a:extLst>
              <a:ext uri="{FF2B5EF4-FFF2-40B4-BE49-F238E27FC236}">
                <a16:creationId xmlns:a16="http://schemas.microsoft.com/office/drawing/2014/main" id="{45E4725F-F969-E9D1-8F6B-A645377AC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915815"/>
            <a:ext cx="6894576" cy="334387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1C81B-F359-F5B7-7690-81E23ACF8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Violence without injury (including harassment), significantly higher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Theft domestic burglary </a:t>
            </a:r>
          </a:p>
        </p:txBody>
      </p:sp>
    </p:spTree>
    <p:extLst>
      <p:ext uri="{BB962C8B-B14F-4D97-AF65-F5344CB8AC3E}">
        <p14:creationId xmlns:p14="http://schemas.microsoft.com/office/powerpoint/2010/main" val="2449632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D5960-9027-BFFB-534F-61A4987A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Descriptive Analytics</a:t>
            </a:r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23040-875C-FED0-7F06-D5B34D5E1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Clustering analysis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Standardized values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Three random city chosen as center</a:t>
            </a:r>
          </a:p>
        </p:txBody>
      </p:sp>
      <p:pic>
        <p:nvPicPr>
          <p:cNvPr id="6" name="Content Placeholder 5" descr="Table&#10;&#10;Description automatically generated">
            <a:extLst>
              <a:ext uri="{FF2B5EF4-FFF2-40B4-BE49-F238E27FC236}">
                <a16:creationId xmlns:a16="http://schemas.microsoft.com/office/drawing/2014/main" id="{7E28D07F-14BE-5EAD-890F-00B424BF2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046" y="640080"/>
            <a:ext cx="601222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334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23C1B-AC10-1DC6-B38F-239639DA0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Clustering analysis based on city centroids</a:t>
            </a:r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23BCC16C-B417-9AD4-08BF-3B737B991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880" y="264160"/>
            <a:ext cx="8534399" cy="641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37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BA867-BCD4-CAD3-ED71-3423A5C3E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Descriptive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703E4-EE9E-2F0D-E2A2-958DC8BF3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2366" y="2194102"/>
            <a:ext cx="3427001" cy="390858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Clustering analysis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Standardized values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Three randomly chosen values</a:t>
            </a:r>
          </a:p>
        </p:txBody>
      </p:sp>
      <p:pic>
        <p:nvPicPr>
          <p:cNvPr id="6" name="Content Placeholder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B541269-E1A1-E0CF-EF70-F04A93FBE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761" y="985520"/>
            <a:ext cx="6413288" cy="458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797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86C1A-845D-BD90-CBB8-4BF3C859F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Clustering analysis based on crime type</a:t>
            </a:r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112FB8DC-1CE6-CD9D-8E17-F4086E619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434" y="462280"/>
            <a:ext cx="8633369" cy="593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54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E268AC04-80CB-D1A1-C1B2-AFC9D0683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21" y="416560"/>
            <a:ext cx="11185712" cy="5984240"/>
          </a:xfrm>
        </p:spPr>
      </p:pic>
    </p:spTree>
    <p:extLst>
      <p:ext uri="{BB962C8B-B14F-4D97-AF65-F5344CB8AC3E}">
        <p14:creationId xmlns:p14="http://schemas.microsoft.com/office/powerpoint/2010/main" val="2342796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35E06A1C-CD1B-A6F0-6A7A-3375B79149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3" r="-1" b="1969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624D1-3E87-F911-8E26-BDC595010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GB" sz="4800"/>
              <a:t>Thank You!	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1644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180</Words>
  <Application>Microsoft Office PowerPoint</Application>
  <PresentationFormat>Widescreen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Crime Statistics Northern Ireland</vt:lpstr>
      <vt:lpstr>Content</vt:lpstr>
      <vt:lpstr>Descriptive Analytics</vt:lpstr>
      <vt:lpstr>Predictive Analytics</vt:lpstr>
      <vt:lpstr>Predictive Analytics</vt:lpstr>
      <vt:lpstr>Descriptive Analytics</vt:lpstr>
      <vt:lpstr>Clustering analysis based on city centroids</vt:lpstr>
      <vt:lpstr>Descriptive Analytics</vt:lpstr>
      <vt:lpstr>Clustering analysis based on crime type</vt:lpstr>
      <vt:lpstr>PowerPoint Presentation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 Statistics Northern Ireland</dc:title>
  <dc:creator>Albert Gomes</dc:creator>
  <cp:lastModifiedBy>Albert Gomes</cp:lastModifiedBy>
  <cp:revision>1</cp:revision>
  <dcterms:created xsi:type="dcterms:W3CDTF">2023-04-14T13:07:08Z</dcterms:created>
  <dcterms:modified xsi:type="dcterms:W3CDTF">2023-04-15T09:35:02Z</dcterms:modified>
</cp:coreProperties>
</file>